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60" r:id="rId4"/>
    <p:sldId id="261" r:id="rId5"/>
    <p:sldId id="262" r:id="rId6"/>
    <p:sldId id="263" r:id="rId7"/>
    <p:sldId id="258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9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67FA1-894B-436A-8607-83E5A4D9A472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00EFE-A3F4-49DF-87CF-58AA24538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377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S_API7166928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S_API7166928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S_API7166928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S_API7166928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76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FB286-5407-44F5-9EEE-369424CE7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A33178-9491-43AB-8730-FD6DE1CEE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1232BE-B12C-4DC7-95E0-CBF8EADB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C04602-E2DB-4DDC-826C-82005452E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6E9514-FFC0-4581-981E-9AB059527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85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783BC-99E7-434F-8074-9BE1FF33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CB0D70-C994-4C17-A96C-D49BAF8F4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9BF863-F35A-4D55-BFA9-2F0BA814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B3B6A3-FBBC-40B3-AC64-51523F85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6B754F-3448-4FC8-B8F2-C8D22FD3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92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ED416-9383-41B1-854C-0BB2FED74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069FBA-58B1-4862-9BAF-06F8D7A4A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174DE4-3C94-4E52-A4EE-CA1C582F5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27D446-C600-452C-B3D8-60EB308F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418C5F-2016-4DA6-89BC-C203DD7C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788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E576A-0B43-4E16-B54E-E636C9BA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E4D219-46BF-471F-A747-71E2FDE66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70AE2C-CA59-4F19-82B5-18EA6B66C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A96F47-D661-40AB-BFD4-D6B05FC5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CB426C-E476-4D4F-9197-FF316E6F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6B975A-CAA7-44E7-B6F4-66A0BF3C8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38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DAEE17-FD14-4923-952F-A6E07A3F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0C3668-1CAB-4537-8216-029502C2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7B3B4E-EE31-4F4C-B94C-27BCAE85B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52FCE2-5D65-47AF-B6A5-8D9BE64CB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E43A4EC-9F95-42E0-BFE2-755FB7A62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6A29602-831E-4F1B-A732-F6AEC1F0E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0390ED9-276E-48A9-BF05-A1C78767D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698EFD-DEB3-4A96-9FF9-96E5A8F3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34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751D2-B7C6-4196-93AD-EAD14804F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B442EA-63A5-418F-8DDF-257EECE80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018F1C-510F-4EA2-AD6E-DE73ACED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09A45E-9371-44BA-8FAD-F6E1228D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889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AA2AD0-00B2-456B-8CCB-9AC8184F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8C34A6-15EA-48B3-A2B7-D710B812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133711-E7A9-43F5-8341-F4604512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203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CE5B5-2488-4BE3-BA40-940A0F77E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15557A-6D1D-4A33-824F-AFF9CCC40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D4D32E-C7E2-480A-A9E3-97ED6705E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BC7289-2B3A-4088-8587-B3303B193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C88BC3-5212-4E59-A0A4-326C30650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8EC633-66CB-4375-93B5-A58A7E5D2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95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2CE8F-5F41-43E2-ACB4-A4BCD1B8E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ADE69F-6ABE-4104-979C-3B30369E6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BECDE7-D85B-4E71-ADD2-5BA023054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D1677D-2872-47AE-B36C-AD1EFAA8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8A6606-E9D9-46C5-B440-8BA1F8DE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757A35-F6D8-4F2B-870C-E88DE891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251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67127-0B5E-439C-8C0E-9A3C2D4D9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9E8961-DFEC-4913-85EF-4387A4B30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F560C2-F95B-46A8-8EED-34A97E65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4E7FB1-32C6-4110-8162-256C21D68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9576BA-324C-4C26-AB44-799532622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24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17BC9EB-7985-42D3-8EF5-DE5D832F1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B1D0B6-B86F-4E60-B079-653ACFBD8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9B616A-52EB-4AB4-943B-DE7B448E5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A06D10-1A72-47A9-9664-8B221FB5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6F1222-6884-4FAD-9360-F788F729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558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7C361-2D30-4A7B-A353-799A0C652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90FD49-B63A-4EAD-8A87-24678EDB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A929BD-89CA-49DB-B4CF-030B8738D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0BAF7-0656-4F29-A0E2-DB2E5895703A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AE4FD4-BDE2-4F79-8E8A-84B60C573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F66116-1DF8-4844-9814-F1F959075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6CAA5-40EE-4873-9E0E-78C197459A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66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1" y="2206935"/>
            <a:ext cx="12191999" cy="103127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Автоматизация бэкапов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2454" y="0"/>
            <a:ext cx="86583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Бюджетное учреждение профессионального образования Ханты-Мансийского автономного округа-Югры «Нижневартовский социально-гуманитарный колледж»</a:t>
            </a:r>
            <a:endParaRPr lang="ru-RU" sz="1867" kern="1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5170141" y="4945964"/>
            <a:ext cx="7021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Выполнил: Катыров Радмир Радикович    </a:t>
            </a:r>
          </a:p>
          <a:p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Обучающийся 323 СА/1 группы                     </a:t>
            </a:r>
          </a:p>
          <a:p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Руководитель: Евгений Романович Яковенко</a:t>
            </a:r>
          </a:p>
          <a:p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3255" y="-164230"/>
            <a:ext cx="3609384" cy="21340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311E3-13DA-4840-A4DF-16F328E9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21" y="1"/>
            <a:ext cx="10515600" cy="935026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Цели и задачи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B1A07-30B2-4B8A-B1A7-BA1E6D5DFD86}"/>
              </a:ext>
            </a:extLst>
          </p:cNvPr>
          <p:cNvSpPr txBox="1"/>
          <p:nvPr/>
        </p:nvSpPr>
        <p:spPr>
          <a:xfrm>
            <a:off x="1" y="1519417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Цели: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Создание автоматизированной системы резервного копирования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Поддержка полных и инкрементных бэкапов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Обеспечение безопасности данных</a:t>
            </a: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Реализация шифрования и сжатия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Создание механизма отслеживания изменений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интерфейса командной строки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Обеспечение возможности восстановления</a:t>
            </a:r>
          </a:p>
        </p:txBody>
      </p:sp>
    </p:spTree>
    <p:extLst>
      <p:ext uri="{BB962C8B-B14F-4D97-AF65-F5344CB8AC3E}">
        <p14:creationId xmlns:p14="http://schemas.microsoft.com/office/powerpoint/2010/main" val="142967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E35CC-C3C7-4F4B-B718-D1C5676B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Проблема ручного бэкапа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7262D2-ED67-4F3C-A8B9-316C7856E0B9}"/>
              </a:ext>
            </a:extLst>
          </p:cNvPr>
          <p:cNvSpPr txBox="1"/>
          <p:nvPr/>
        </p:nvSpPr>
        <p:spPr>
          <a:xfrm>
            <a:off x="0" y="1797784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Человеческий фактор - забывают сделать бэкап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Большие затраты времени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Риск потери важных данных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Неэффективное использование места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Отсутствие шифрования конфиденциальных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359140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E35CC-C3C7-4F4B-B718-D1C5676B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Проблема ручного бэкапа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7262D2-ED67-4F3C-A8B9-316C7856E0B9}"/>
              </a:ext>
            </a:extLst>
          </p:cNvPr>
          <p:cNvSpPr txBox="1"/>
          <p:nvPr/>
        </p:nvSpPr>
        <p:spPr>
          <a:xfrm>
            <a:off x="0" y="1797784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Человеческий фактор - забывают сделать бэкап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Большие затраты времени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Риск потери важных данных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Неэффективное использование места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• Отсутствие шифрования конфиденциальных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4109538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2E09B4-FD0B-4BEC-8432-CEB7FA97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Преимущества автоматизированного бэкапа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1BF13-C180-4DF1-BD1C-7B2D750CB2D5}"/>
              </a:ext>
            </a:extLst>
          </p:cNvPr>
          <p:cNvSpPr txBox="1"/>
          <p:nvPr/>
        </p:nvSpPr>
        <p:spPr>
          <a:xfrm>
            <a:off x="0" y="1505666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Автоматизация - работает по расписанию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Инкрементные бэкапы - экономия места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Шифрование AES - защита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Отслеживание изменений - только новые файлы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Простое восстановление - 1 команда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Гибкая конфигурация - JSON настройки</a:t>
            </a:r>
          </a:p>
        </p:txBody>
      </p:sp>
    </p:spTree>
    <p:extLst>
      <p:ext uri="{BB962C8B-B14F-4D97-AF65-F5344CB8AC3E}">
        <p14:creationId xmlns:p14="http://schemas.microsoft.com/office/powerpoint/2010/main" val="1098456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D15C7D-DBB4-4DA5-AC82-8B9465CCF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902" y="0"/>
            <a:ext cx="7432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8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1" y="2206935"/>
            <a:ext cx="12191999" cy="88689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Автоматизация бэкапов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2454" y="0"/>
            <a:ext cx="86583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Бюджетное учреждение профессионального образования Ханты-Мансийского автономного округа-Югры «Нижневартовский социально-гуманитарный колледж»</a:t>
            </a:r>
            <a:endParaRPr lang="ru-RU" sz="1867" kern="1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911242" y="4945964"/>
            <a:ext cx="72807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Выполнил: Катыров Радмир Радикович    </a:t>
            </a:r>
          </a:p>
          <a:p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Обучающийся 323 СА/1 группы                     </a:t>
            </a:r>
          </a:p>
          <a:p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Руководитель: Евгений Романович Яковенко</a:t>
            </a:r>
          </a:p>
          <a:p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3255" y="-164230"/>
            <a:ext cx="3609384" cy="213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542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</TotalTime>
  <Words>195</Words>
  <Application>Microsoft Office PowerPoint</Application>
  <PresentationFormat>Широкоэкранный</PresentationFormat>
  <Paragraphs>40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Автоматизация бэкапов</vt:lpstr>
      <vt:lpstr>Цели и задачи</vt:lpstr>
      <vt:lpstr>Проблема ручного бэкапа</vt:lpstr>
      <vt:lpstr>Проблема ручного бэкапа</vt:lpstr>
      <vt:lpstr>Преимущества автоматизированного бэкапа</vt:lpstr>
      <vt:lpstr>Презентация PowerPoint</vt:lpstr>
      <vt:lpstr>Автоматизация бэкапов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Радмир Катыров</dc:creator>
  <cp:lastModifiedBy>Радмир Катыров</cp:lastModifiedBy>
  <cp:revision>12</cp:revision>
  <dcterms:created xsi:type="dcterms:W3CDTF">2025-12-20T14:49:11Z</dcterms:created>
  <dcterms:modified xsi:type="dcterms:W3CDTF">2025-12-21T18:54:57Z</dcterms:modified>
</cp:coreProperties>
</file>